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B18280-95AB-46D1-A6B3-C285614E2B12}">
  <a:tblStyle styleId="{EBB18280-95AB-46D1-A6B3-C285614E2B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914541aa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914541aa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f49b7ffc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f49b7ffc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914541aa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914541aa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f49b7ffc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f49b7ffc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91106a6b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91106a6b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PwtPpANMl66MMsbU1DcrREckzM65CD3M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MumlImaQ_LO4NLyXJME-kqlGE3t2z4sM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0" y="118475"/>
            <a:ext cx="8832300" cy="3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  <a:endParaRPr sz="162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9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3 </a:t>
            </a:r>
            <a:endParaRPr b="1" sz="89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3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72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Topics:</a:t>
            </a:r>
            <a:r>
              <a:rPr b="1" lang="en" sz="1107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107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027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Minimax, αβ-pruning on Chess Env</a:t>
            </a:r>
            <a:endParaRPr sz="1027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7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37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7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727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8425" y="118475"/>
            <a:ext cx="1158675" cy="7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932500" y="3776275"/>
            <a:ext cx="2967300" cy="1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1"/>
                </a:solidFill>
              </a:rPr>
              <a:t>Team Members:</a:t>
            </a:r>
            <a:endParaRPr b="1" sz="1800" u="sng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M Akash - CS22B037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Akshatha R H - CS22B003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00">
                <a:solidFill>
                  <a:srgbClr val="1F4E79"/>
                </a:solidFill>
              </a:rPr>
              <a:t>Minimax Algorithm on Chess env</a:t>
            </a:r>
            <a:endParaRPr sz="2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744500" y="1334125"/>
            <a:ext cx="73515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Environment Setup</a:t>
            </a:r>
            <a:r>
              <a:rPr b="1" lang="en" sz="1500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Built using gym + python-chess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Minimax algorithm implemented for both players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Minimax Search Logic</a:t>
            </a:r>
            <a:r>
              <a:rPr b="1" lang="en" sz="1500">
                <a:solidFill>
                  <a:schemeClr val="dk2"/>
                </a:solidFill>
              </a:rPr>
              <a:t>:</a:t>
            </a:r>
            <a:endParaRPr b="1" sz="15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Searches moves up to a fixed depth (e.g., 3)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Chooses move with best heuristic score for the player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Executes alternating turns for both sides (White &amp; Black)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</a:rPr>
              <a:t>Evaluation function based on:</a:t>
            </a:r>
            <a:endParaRPr b="1" sz="15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Piece values: ♟=1, ♞♝=3, ♜=5, ♛=9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Center control bonus (D4, E4, D5, E5)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King centralization in endgames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00">
                <a:solidFill>
                  <a:srgbClr val="1F4E79"/>
                </a:solidFill>
              </a:rPr>
              <a:t>Minimax Algorithm on Chess env</a:t>
            </a:r>
            <a:endParaRPr sz="29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783800" y="1129950"/>
            <a:ext cx="61344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</a:rPr>
              <a:t>Video Link:</a:t>
            </a:r>
            <a:endParaRPr b="1" sz="15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Tap Here</a:t>
            </a:r>
            <a:endParaRPr b="1" sz="15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Results and Performance analysis</a:t>
            </a:r>
            <a:r>
              <a:rPr b="1" lang="en" sz="1500">
                <a:solidFill>
                  <a:schemeClr val="dk2"/>
                </a:solidFill>
              </a:rPr>
              <a:t>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Minimax performs decently in tactical positions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Predictable due to fixed depth and deterministic evaluation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Often results in draws or slow checkmates due to no learning/adaptation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 pruning of unpromising moves leads to shallow depth in complex positions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Key reasons for such performance</a:t>
            </a:r>
            <a:r>
              <a:rPr b="1" lang="en" sz="1500">
                <a:solidFill>
                  <a:schemeClr val="dk2"/>
                </a:solidFill>
              </a:rPr>
              <a:t>:</a:t>
            </a:r>
            <a:endParaRPr b="1" sz="15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Shallow search depth limits long-term strategic planning - fixed depth search with depth = 3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Evaluation function is simplistic and lacks positional understanding.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Deterministic decisions cause repetitive and predictable gameplay.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00">
                <a:solidFill>
                  <a:srgbClr val="1F4E79"/>
                </a:solidFill>
              </a:rPr>
              <a:t>αβ-pruning Algorithm on Chess env</a:t>
            </a:r>
            <a:endParaRPr sz="29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00">
              <a:solidFill>
                <a:srgbClr val="1F4E79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760225" y="1200625"/>
            <a:ext cx="67392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Environment Setup: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Python-Chess with custom evaluator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Minimax Search Logic:</a:t>
            </a:r>
            <a:endParaRPr b="1" sz="15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The algorithm recursively explores moves for both players, maximizing for White and minimizing for Black.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If a branch can't possibly influence the final decision (i.e. alpha ≥ beta), it is skipped to save time.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Once the search reaches the defined depth or a terminal state (checkmate/draw), it uses a static evaluation function to assign scores.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Evaluation function based on:</a:t>
            </a:r>
            <a:endParaRPr b="1" sz="15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+1 for each ♙, +3 for ♘♗, +5 for ♖, +9 for ♕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Checkmate = ±9999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0 for draws / stalemates</a:t>
            </a:r>
            <a:endParaRPr b="1"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799500" y="1200625"/>
            <a:ext cx="6872700" cy="36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</a:rPr>
              <a:t>Video Link:</a:t>
            </a:r>
            <a:endParaRPr b="1" sz="15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 sz="1600" u="sng">
                <a:solidFill>
                  <a:schemeClr val="hlink"/>
                </a:solidFill>
                <a:hlinkClick r:id="rId3"/>
              </a:rPr>
              <a:t>Tap Here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Results and Performance analysis: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Full Game Completion: AI plays until checkmate or draw in all test runs.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Balanced Play: Makes sound material trades based on static evaluation.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Consistent Results: White often wins due to the first-move advantage and symmetric depth search.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Key reasons for such performance:</a:t>
            </a:r>
            <a:endParaRPr b="1" sz="1500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Shallow Depth (3-ply): Limited foresight leads to missing long-term tactics.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Simplistic Evaluation: No positional awareness (e.g., king safety, center control).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Efficient Pruning: Alpha-Beta pruning significantly speeds up decision-making but still depends on move order quality.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200">
                <a:solidFill>
                  <a:srgbClr val="1F4E79"/>
                </a:solidFill>
              </a:rPr>
              <a:t>αβ-pruning Algorithm on Chess env</a:t>
            </a:r>
            <a:endParaRPr sz="29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200">
              <a:solidFill>
                <a:srgbClr val="1F4E7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61125" y="41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00">
                <a:solidFill>
                  <a:srgbClr val="1F4E79"/>
                </a:solidFill>
              </a:rPr>
              <a:t> Final Comparison &amp; Insights</a:t>
            </a:r>
            <a:endParaRPr sz="3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18"/>
          <p:cNvGraphicFramePr/>
          <p:nvPr/>
        </p:nvGraphicFramePr>
        <p:xfrm>
          <a:off x="639163" y="121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{EBB18280-95AB-46D1-A6B3-C285614E2B12}</a:tableStyleId>
              </a:tblPr>
              <a:tblGrid>
                <a:gridCol w="1518525"/>
                <a:gridCol w="3409125"/>
                <a:gridCol w="290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Minimax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αβ-pruning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 Strategy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Full Minimax tree traversal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Minimax with branch pruning using alpha and beta bounds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Evaluation Function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Material count, central control, king proximity (endgame)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Material count only (simple, no positional factors)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Code Structure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minimax() and best_move() functions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alpha_beta() and get_best_move() methods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Efficiency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Slower – explores all nodes up to depth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– prunes unnecessary branches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Heuristic Detail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More nuanced with positional bonuses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material-based scoring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